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85" r:id="rId6"/>
    <p:sldId id="2605" r:id="rId7"/>
    <p:sldId id="2609" r:id="rId8"/>
    <p:sldId id="2589" r:id="rId9"/>
    <p:sldId id="2606" r:id="rId10"/>
    <p:sldId id="2607" r:id="rId11"/>
    <p:sldId id="2590" r:id="rId12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96" d="100"/>
          <a:sy n="96" d="100"/>
        </p:scale>
        <p:origin x="4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29.01.2026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29.01.2026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9ED3-9E84-4EC6-9A88-1C9F60258D0C}" type="datetime1">
              <a:rPr lang="de-AT" smtClean="0"/>
              <a:t>29.01.2026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962C0-9977-4A7B-BFAA-84BED3FC5ADC}" type="datetime1">
              <a:rPr lang="de-AT" smtClean="0"/>
              <a:t>29.01.2026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0454C-CF8C-4F17-B0E9-17CBDAC39654}" type="datetime1">
              <a:rPr lang="de-AT" smtClean="0"/>
              <a:t>29.01.2026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046A-EB21-4397-A3FE-5EF9ACBFCC36}" type="datetime1">
              <a:rPr lang="de-AT" smtClean="0"/>
              <a:t>29.01.2026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ED24A-3BDD-4775-BB30-1FFF71F344D5}" type="datetime1">
              <a:rPr lang="de-AT" smtClean="0"/>
              <a:t>29.01.2026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an1508/Inventarlo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895600" y="1928802"/>
            <a:ext cx="7629556" cy="2571768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 err="1">
                <a:solidFill>
                  <a:srgbClr val="9BBB59"/>
                </a:solidFill>
              </a:rPr>
              <a:t>Inventarisierungs</a:t>
            </a:r>
            <a:r>
              <a:rPr lang="de-AT" sz="3200" b="1" dirty="0">
                <a:solidFill>
                  <a:srgbClr val="9BBB59"/>
                </a:solidFill>
              </a:rPr>
              <a:t> App –</a:t>
            </a:r>
          </a:p>
          <a:p>
            <a:r>
              <a:rPr lang="de-AT" sz="3200" b="1" dirty="0">
                <a:solidFill>
                  <a:srgbClr val="9BBB59"/>
                </a:solidFill>
              </a:rPr>
              <a:t>Inventarlos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4572008"/>
            <a:ext cx="63738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Dalipovic Dietmair Herbei Karner Lanzmaier 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14" y="4917056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fld id="{2CFB1ECA-D1C7-49A6-ADE8-A263B28B0548}" type="datetime1">
              <a:rPr lang="de-AT" smtClean="0"/>
              <a:t>29.01.2026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1D50B1-85FF-FF6A-177B-C0C4F541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A6A323-EC0C-7BD0-9BFA-365632EB3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Idee</a:t>
            </a:r>
          </a:p>
          <a:p>
            <a:r>
              <a:rPr lang="de-DE" dirty="0"/>
              <a:t>Umsetzung</a:t>
            </a:r>
          </a:p>
          <a:p>
            <a:r>
              <a:rPr lang="de-DE" dirty="0"/>
              <a:t>Demo - Frontend</a:t>
            </a:r>
          </a:p>
          <a:p>
            <a:r>
              <a:rPr lang="de-DE" dirty="0"/>
              <a:t>Backend Struktur</a:t>
            </a:r>
          </a:p>
          <a:p>
            <a:r>
              <a:rPr lang="de-DE" dirty="0"/>
              <a:t>Datenbank UML</a:t>
            </a:r>
          </a:p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950287-BBDD-47C6-A340-02D22A9DF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Inventarlos - </a:t>
            </a:r>
            <a:r>
              <a:rPr lang="nl-NL" dirty="0"/>
              <a:t>Dalipovic Dietmair Herbei Karner Lanzmaier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9FB9C1-4B91-6821-DA55-5E4CD814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08397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AAA78-8A0A-F83E-3FCF-E8CDBACC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64A2AE-6A4E-66F2-2A24-0AFC8AC3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160EEC-78CA-56FC-71D9-4D1E7AEC4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Inventarisierung ähnlich der DA</a:t>
            </a:r>
          </a:p>
          <a:p>
            <a:r>
              <a:rPr lang="de-DE" dirty="0"/>
              <a:t>Nutzung zum Experimentieren </a:t>
            </a:r>
          </a:p>
          <a:p>
            <a:r>
              <a:rPr lang="de-DE" dirty="0"/>
              <a:t>Wie DA ausschauen könnte</a:t>
            </a:r>
          </a:p>
          <a:p>
            <a:r>
              <a:rPr lang="de-DE" dirty="0"/>
              <a:t>Umsetzung – Simple</a:t>
            </a:r>
          </a:p>
          <a:p>
            <a:r>
              <a:rPr lang="de-DE" dirty="0"/>
              <a:t>zur Verwaltung von Inventar (z. B. Laptops, </a:t>
            </a:r>
            <a:r>
              <a:rPr lang="de-DE" dirty="0" err="1"/>
              <a:t>Beamer</a:t>
            </a:r>
            <a:r>
              <a:rPr lang="de-DE" dirty="0"/>
              <a:t>, etc.)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0FD001-27AB-65A3-9EF2-6738E122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1C4061-81B5-B5A7-0551-D2D9C5BC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901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3D3C-56A5-D737-AFC3-9A8DC9CD2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DDB81-0725-3132-0099-A9D908D0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Umsetzung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68FE79-8295-155F-E0A8-7D69851D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Projekt in GitHub</a:t>
            </a:r>
          </a:p>
          <a:p>
            <a:r>
              <a:rPr lang="de-DE" dirty="0"/>
              <a:t>Frontend mit </a:t>
            </a:r>
            <a:r>
              <a:rPr lang="de-AT" dirty="0" err="1"/>
              <a:t>Html</a:t>
            </a:r>
            <a:r>
              <a:rPr lang="de-AT" dirty="0"/>
              <a:t>, CSS, </a:t>
            </a:r>
            <a:r>
              <a:rPr lang="de-AT" dirty="0" err="1"/>
              <a:t>Javascript</a:t>
            </a:r>
            <a:endParaRPr lang="de-AT" dirty="0"/>
          </a:p>
          <a:p>
            <a:r>
              <a:rPr lang="de-AT" dirty="0"/>
              <a:t>Backend mit Springboot (Java, REST-API)</a:t>
            </a:r>
          </a:p>
          <a:p>
            <a:r>
              <a:rPr lang="de-DE" dirty="0"/>
              <a:t>UML mit Draw.io</a:t>
            </a:r>
          </a:p>
          <a:p>
            <a:r>
              <a:rPr lang="de-DE" dirty="0"/>
              <a:t>Datenbank mit </a:t>
            </a:r>
            <a:r>
              <a:rPr lang="de-DE" dirty="0" err="1"/>
              <a:t>SQLiteStudio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2B3733-6C3C-C0FC-B1A3-E2756391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/>
              <a:t>Inventarlos - </a:t>
            </a:r>
            <a:r>
              <a:rPr lang="de-AT" dirty="0" err="1"/>
              <a:t>Dalipovic</a:t>
            </a:r>
            <a:r>
              <a:rPr lang="de-AT" dirty="0"/>
              <a:t> </a:t>
            </a:r>
            <a:r>
              <a:rPr lang="de-AT" dirty="0" err="1"/>
              <a:t>Dietmair</a:t>
            </a:r>
            <a:r>
              <a:rPr lang="de-AT" dirty="0"/>
              <a:t> Herbei Karner </a:t>
            </a:r>
            <a:r>
              <a:rPr lang="de-AT" dirty="0" err="1"/>
              <a:t>Lanzmaier</a:t>
            </a:r>
            <a:r>
              <a:rPr lang="de-AT" dirty="0"/>
              <a:t>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E2228F-CBF1-9201-B6C6-C84DF3CD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59571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FC945-B002-D41E-9ECE-82C3D966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Frontend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DDEF7D-14E3-AB8D-E863-8C2421E96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E7E1E8-61DC-DE1D-B377-948D47BB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408E8C-C3A2-0C7F-2EB8-16BCA8FE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  <p:pic>
        <p:nvPicPr>
          <p:cNvPr id="7" name="Grafik 6" descr="Ein Bild, das Text, Zahl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5108CFE1-4008-0C47-464E-E119FDAF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22"/>
          <a:stretch>
            <a:fillRect/>
          </a:stretch>
        </p:blipFill>
        <p:spPr>
          <a:xfrm>
            <a:off x="609600" y="1052739"/>
            <a:ext cx="10972800" cy="2739863"/>
          </a:xfrm>
          <a:prstGeom prst="rect">
            <a:avLst/>
          </a:prstGeom>
        </p:spPr>
      </p:pic>
      <p:pic>
        <p:nvPicPr>
          <p:cNvPr id="8" name="Grafik 7" descr="Ein Bild, das Text, Zahl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5C0DEB1E-7181-DD32-3EF2-A7155A980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52739"/>
            <a:ext cx="10972800" cy="418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92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100FB-DFC4-98E2-598E-F71C8DCD0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9D0FD7-CB43-D620-A3DC-90ABDECA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Backend Struktur</a:t>
            </a:r>
          </a:p>
        </p:txBody>
      </p:sp>
      <p:pic>
        <p:nvPicPr>
          <p:cNvPr id="8" name="Inhaltsplatzhalter 7" descr="Ein Bild, das Text, Screenshot, Karte Menü enthält.&#10;&#10;KI-generierte Inhalte können fehlerhaft sein.">
            <a:extLst>
              <a:ext uri="{FF2B5EF4-FFF2-40B4-BE49-F238E27FC236}">
                <a16:creationId xmlns:a16="http://schemas.microsoft.com/office/drawing/2014/main" id="{A6C74A5D-760F-0BB1-7A52-D6AAE1584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422" y="1052513"/>
            <a:ext cx="4069156" cy="5073650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7EBBBD1-5541-E6A9-A14B-A44FDA703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2E2C3D-1DEA-F278-9633-3F189E94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49921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E4645-6FD3-EAE9-DC02-2523539C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8F55FE-EE6D-90BC-3847-45850C1C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 - UML</a:t>
            </a:r>
          </a:p>
        </p:txBody>
      </p:sp>
      <p:pic>
        <p:nvPicPr>
          <p:cNvPr id="9" name="Inhaltsplatzhalter 8" descr="Ein Bild, das Screenshot, Tex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1EBE6301-03A3-745D-D841-896FFE8D6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233" y="1286405"/>
            <a:ext cx="4092229" cy="4692263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BE68DD-F5D4-D030-EB8B-AB622E3D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9429D1-1C66-3857-7EE6-7F176FD7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8306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F76AFB-52CF-4C89-2420-8EC85D8B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8B5F0E-A2FA-1373-4144-B3149A80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noProof="0" dirty="0"/>
              <a:t>Voreiligkeit vermeiden</a:t>
            </a:r>
          </a:p>
          <a:p>
            <a:r>
              <a:rPr lang="de-AT" noProof="0" dirty="0"/>
              <a:t>Mehr Teamkommunikation</a:t>
            </a:r>
          </a:p>
          <a:p>
            <a:r>
              <a:rPr lang="de-AT" dirty="0"/>
              <a:t>Mehr Anwesenheit</a:t>
            </a:r>
            <a:endParaRPr lang="de-AT" noProof="0" dirty="0"/>
          </a:p>
          <a:p>
            <a:endParaRPr lang="de-AT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A36643-A729-BAE8-B325-689E30BF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Inventarlos - Dalipovic Dietmair Herbei Karner Lanzmaier 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94F1F6-0421-D426-7B94-DE40956C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CD883F2-83B2-E092-4E71-5650C46BD4B4}"/>
              </a:ext>
            </a:extLst>
          </p:cNvPr>
          <p:cNvSpPr txBox="1"/>
          <p:nvPr/>
        </p:nvSpPr>
        <p:spPr>
          <a:xfrm>
            <a:off x="6720070" y="5756834"/>
            <a:ext cx="5635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Quelle: </a:t>
            </a:r>
            <a:r>
              <a:rPr lang="de-DE" dirty="0">
                <a:hlinkClick r:id="rId2"/>
              </a:rPr>
              <a:t>https://github.com/luan1508/Inventarlos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370033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Breitbild</PresentationFormat>
  <Paragraphs>46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Adobe Gothic Std B</vt:lpstr>
      <vt:lpstr>Arial</vt:lpstr>
      <vt:lpstr>Calibri</vt:lpstr>
      <vt:lpstr>Larissa</vt:lpstr>
      <vt:lpstr>PowerPoint-Präsentation</vt:lpstr>
      <vt:lpstr>Übersicht</vt:lpstr>
      <vt:lpstr>Idee</vt:lpstr>
      <vt:lpstr>Umsetzung</vt:lpstr>
      <vt:lpstr>Frontend</vt:lpstr>
      <vt:lpstr>Backend Struktur</vt:lpstr>
      <vt:lpstr>Datenbank - UML</vt:lpstr>
      <vt:lpstr>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Andre Karner</cp:lastModifiedBy>
  <cp:revision>420</cp:revision>
  <cp:lastPrinted>2020-04-02T17:36:48Z</cp:lastPrinted>
  <dcterms:created xsi:type="dcterms:W3CDTF">2012-09-14T17:11:23Z</dcterms:created>
  <dcterms:modified xsi:type="dcterms:W3CDTF">2026-01-29T08:15:28Z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